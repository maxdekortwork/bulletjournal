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F3C42A-A262-7D7E-814A-17FB70191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16C49F4-8AD7-5E5B-67FF-3C433F182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6CCECF6-04FC-08E4-8A37-1C2C6F12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BEF292F-9B3B-F2A6-07BE-0ACE9CCCF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22B8C24-2AB4-1840-B319-4AF7F06B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3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77BD42-7B4E-DB38-1947-F0E84BB36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68D740B-2543-6F13-7F52-1C96FD190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2668DC4-16F6-6198-7739-0B0EA110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DC0046B-9884-5258-4D41-C21E7A4C2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7B76E9-1F6D-4937-5E52-31AC796E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6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4983C6-3D1E-B0D1-DA86-A4CF9E99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91753CA-23D5-44E1-7492-E6CF99EC0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4F40FAC-4303-D6DF-2C48-0C1D3193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DE03EB6-04E5-0F2B-5D5C-D10BB7A8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501BC26-C9E5-E903-EE52-64158297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6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6B7433-9F80-020D-AD51-CA7BFB18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565C2F7-409A-2343-04F8-DAEEBE2D2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7626B77-065E-8F85-4A26-E5BF6B7A1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7BC2D62-82C9-9511-369A-4E1A481D8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95F838-AABB-E0A1-0F66-E9B0C6BC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BD6F17D-96EB-3D40-072F-08A71FC2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2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BB2158-B28D-BC10-FA74-5758401AC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2FE2DB-C181-35D2-6DE4-C64C295D8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A57B4A4-0735-A1FF-FC4A-BE5529887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D2749BF-56B3-F02A-B8D7-619D3F618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E77F8F1-6EDC-01EA-F37B-07724926C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02DBF95-7BC4-C303-AE1B-C781B645D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33DB008-CFD5-ED36-5052-90CE4A89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606DAE7-01C5-83B3-B04D-CE1054465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3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CC1079-14CE-87D7-4444-10DF06339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58FBF5A-3364-44FB-A8A3-3D06DA3F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B44EB8A-B956-5A87-9527-F4033D170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395393C-BF04-E368-3E16-0A1D1AB9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76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29F6CC-DFAD-8A5B-F8B6-648800341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637EDD2-A302-4F06-7336-E73C8532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78B1754-126E-54F1-0AFC-50511222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9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AB7F43-C0C8-9E40-3D1C-3A9337FC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3FFE703-C130-36C5-7026-A6515D719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A43E25B-C60C-03BD-35CD-293C3699E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41E78F3-6A3F-5D26-C565-BABF11D7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30814A4-B9DD-7642-ED1A-05281557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05D4443-7EA8-BDCD-988C-B6C920F0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39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654E4B-A315-17E4-427A-A04F254AA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4516788-9060-0A78-8F54-26B74D348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7B3D2E3-3F57-8598-137A-586A27920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EEA48B0-CD13-0291-281F-B18FF466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39331F-16A8-D751-48D8-0E613398F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62C5A77-F1FD-FA99-7269-0597F843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88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A34DA2-1EAE-96AA-7BCF-9A242C0CE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18600D5-434C-583F-4B5A-96047E58F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A68E6F-C11D-6B50-07CE-1446532C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4A20D07-7CC9-00B3-AB56-B5F501172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F1C0E65-5E71-E9FD-1EDD-DDB930CDC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1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CDA1407-CDD5-D90D-9A1A-F4A305D10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8050DC6-DFE2-5532-0A54-F818E685B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E10F4E9-7703-A420-25A5-69144750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6356B1-FA39-C01E-AC07-AE019910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984DF7C-B705-CBFB-5C16-77EF0B6F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0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3BBC09B-51D2-676B-93D1-A2AD9E37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3E196E6-7EE1-F17F-472D-B3D6542BB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02B103D-E97B-B66E-996D-878A14CBC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F17D4-6006-47CC-A33B-40C6C61388C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5449767-45B7-4144-B625-631E62922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4A50E79-D750-EA71-8E75-2096FC63D0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90541-C5E3-4FF4-8DBE-A27862AA106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E953F2-C7F0-94D8-0270-CA5703FC90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B0AF1E6-F251-A19F-8726-00F2A3630D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EA5D636-EB73-C316-B5D2-F728CB89D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998" y="-80387"/>
            <a:ext cx="9449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40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E226C6-29BC-8C99-E8BD-D5CD51AE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841377D7-6524-B83C-1A8D-87A13CC12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945" y="-73513"/>
            <a:ext cx="8524110" cy="693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57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5D5BB1-73C3-A4F4-8A32-32F32515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36BFD9DA-D5E9-5BA9-F614-3DD673F2B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636" y="0"/>
            <a:ext cx="95641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09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609891-5DDC-9A87-11D6-276339B8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78517593-8CD1-72BC-F285-3DB2BE25F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94" y="0"/>
            <a:ext cx="8290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01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D891B-BDB9-5AF9-F23E-7C5007D96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0AC0E17C-A47A-B6D8-FAC1-E52530B4A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834" y="0"/>
            <a:ext cx="8117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71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B5179B-3FBC-9183-DEC7-8ECBB46D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424E49B-652B-E9E0-C019-91CC53BA7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3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41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D7AB5-B0B9-2597-6611-128E9337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8E8FEFE7-16E6-7189-C9F6-268A16DB3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2986" cy="599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6955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41949A4A4DE44E8EDD8EA81D2CFCC2" ma:contentTypeVersion="10" ma:contentTypeDescription="Een nieuw document maken." ma:contentTypeScope="" ma:versionID="9ab4b2658c9c71a2f1cb100246346aae">
  <xsd:schema xmlns:xsd="http://www.w3.org/2001/XMLSchema" xmlns:xs="http://www.w3.org/2001/XMLSchema" xmlns:p="http://schemas.microsoft.com/office/2006/metadata/properties" xmlns:ns2="71a8d4ae-8808-410d-9939-3f5e1c22a3fe" xmlns:ns3="8498c78c-2ec3-43cd-9154-6e633cef65bb" targetNamespace="http://schemas.microsoft.com/office/2006/metadata/properties" ma:root="true" ma:fieldsID="7d16fb050a945cabed6802285df5f81f" ns2:_="" ns3:_="">
    <xsd:import namespace="71a8d4ae-8808-410d-9939-3f5e1c22a3fe"/>
    <xsd:import namespace="8498c78c-2ec3-43cd-9154-6e633cef65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8d4ae-8808-410d-9939-3f5e1c22a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1cf77c6f-7d90-4f59-9429-7beb732601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98c78c-2ec3-43cd-9154-6e633cef65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e197498-1009-4885-adea-b87e0bf70ee7}" ma:internalName="TaxCatchAll" ma:showField="CatchAllData" ma:web="8498c78c-2ec3-43cd-9154-6e633cef65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a8d4ae-8808-410d-9939-3f5e1c22a3fe">
      <Terms xmlns="http://schemas.microsoft.com/office/infopath/2007/PartnerControls"/>
    </lcf76f155ced4ddcb4097134ff3c332f>
    <TaxCatchAll xmlns="8498c78c-2ec3-43cd-9154-6e633cef65bb" xsi:nil="true"/>
  </documentManagement>
</p:properties>
</file>

<file path=customXml/itemProps1.xml><?xml version="1.0" encoding="utf-8"?>
<ds:datastoreItem xmlns:ds="http://schemas.openxmlformats.org/officeDocument/2006/customXml" ds:itemID="{591CB625-B9CF-4ADA-9533-54C5876B1A11}"/>
</file>

<file path=customXml/itemProps2.xml><?xml version="1.0" encoding="utf-8"?>
<ds:datastoreItem xmlns:ds="http://schemas.openxmlformats.org/officeDocument/2006/customXml" ds:itemID="{909CC919-44E1-4041-A07E-7F6F5CA540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C36369-EB87-419A-93D4-B736BEFCC1B8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dcmitype/"/>
    <ds:schemaRef ds:uri="dc628664-63d4-4f52-8e2d-148516b950a5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Breedbeeld</PresentationFormat>
  <Paragraphs>0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Calmez,Juwensly J.Y.</dc:creator>
  <cp:lastModifiedBy>Calmez,Juwensly J.Y.</cp:lastModifiedBy>
  <cp:revision>1</cp:revision>
  <dcterms:created xsi:type="dcterms:W3CDTF">2026-05-21T12:00:25Z</dcterms:created>
  <dcterms:modified xsi:type="dcterms:W3CDTF">2026-05-21T12:10:57Z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0x0101006441949A4A4DE44E8EDD8EA81D2CFCC2</vt:lpwstr>
  </property>
</Properties>
</file>